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8F2E-92E0-CBE5-7B24-A02E86097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894BC-C648-F9DE-9BBF-C81491BB8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E29E6-7410-9867-AB34-E447B5C7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68E47-A801-CDB2-EF81-3FB5E824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12887-2D87-C012-B715-78F079B7C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0686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38B4-5444-8728-E6D6-FD7972EC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7903B-10B9-ABC3-BCAC-6C40C19DB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8C11B-5AB0-135C-93A5-174DD139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25A94-8FE3-70A7-F7F8-14117A92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C378C-D380-722E-0D02-3A07A7244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7738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EA12-12EC-C1B4-5483-5744C55FF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33549-7942-625A-E644-8E7A49750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65EAF-453E-BC73-4C8E-0A11B6E5C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2324C-169B-AFEE-4CD4-08FB5DEA9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2E810-8783-BF6E-00CA-7FC67A01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67845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B681-DB55-3E83-4266-BCB18D396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24843-C25F-A9D5-944E-FB48726A3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1EC93-066B-15A5-05DC-309052C8E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5122A-47EE-BED2-6E9E-918206A03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AEFB8-7844-02CE-E70A-B9796E398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72CF2-A29E-3E06-3D47-F04601718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82435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99BF-2959-81E0-FB9E-B5E6C848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BD059-4B33-3F70-1B06-FC97D6CFD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DAFDC-E4B5-ED6C-7B24-1D898BBF3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E6F5B7-625B-3292-12ED-297688A04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486BE-A19A-6CF4-21CF-DC0A79BB1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B5CD29-2AE8-C140-0E72-04258B857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F20378-7D08-E650-00CD-378800A8A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406A03-D79A-5AA6-E978-6856499E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9978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5C44-C60F-42FF-CFF7-6D6C7796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9169A-28CC-A30A-4197-65458480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16BFA-4ADC-B830-845C-EC894F5C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0765A-A9DA-BE35-04F9-7244E41F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34378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CA1ED-872A-D433-4C27-0B051DFB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4954C-51FA-E223-3048-7B3FB7BBA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3E1F5-EF64-01D1-46C1-6B72EA15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34780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B97C-2F2F-0E8D-EBE4-C2A5D7C0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FA674-BA12-3738-8006-EFB4B6766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AF7C5-EAB7-60E5-DCAE-40816FA18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91BA3-B6AE-642F-C500-419E0E7E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A426F-EED5-B220-8E95-89A8C26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1BF6E-990B-CD49-AEAA-8B21CDBB8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8562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4D3D-2D96-1562-2C96-1887CAE7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210F8E-FDB6-3D58-AD5F-9B24FFF57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23A37-FE54-B829-85AF-8D9AC4F5A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75469-33E6-3673-8F27-5DCA7A9FF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F8289-77D0-2F36-8160-59B6F177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77611-0533-0719-0D79-85ACE612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64508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50C9-880D-FEC6-0AC7-AB283C4C5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C07AF-69B9-C2C4-D9D9-7F1977B8D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E7C7B-79B9-8611-3164-9A64EA31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0AB52-077A-DCBD-AAF7-756A4CF0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E2E3E-8C64-E913-722A-219143151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19636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DD2F53-7476-5C9F-0E1D-403B5408D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170BB-A30A-D403-1EDC-C5FA70216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CD66C-FD59-99E5-AE4D-1AD15EE05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B8E6-7C3D-482B-5E1F-B88F7FDB5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D51F-8C77-775D-C2B8-AD4AD497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98956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48D85-5EC1-48C6-B9B0-C1069C9C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7BDAE-95A0-9C62-929C-6629E0B16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C72A8-0C83-11F5-304A-39AFEEC5A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0E7F6-CFA0-4F16-A71B-1D2B26BB29A7}" type="datetimeFigureOut">
              <a:rPr lang="es-419" smtClean="0"/>
              <a:t>25/12/2025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AFB10-D118-BF75-254E-261BA5642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30138-7E4A-D9ED-E238-9BB54BC20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266A3-4639-48AD-AD39-EC4E1DE951A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8573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8510-0146-0804-ED09-FC81FFC60A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A1B43-6C2C-26BC-3B95-CAC125EA88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18FEC3C-700D-3FB6-8C44-14C4F2FD4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4481"/>
            <a:ext cx="12192000" cy="535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99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ED85-C11D-B74A-EC48-CB24D72A7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73190-40E3-262A-A238-7C54A2755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43986714-42F4-21BD-3DCF-8DEA3BB08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8404"/>
            <a:ext cx="12192000" cy="470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218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3891-521C-1540-AD0F-C0CA4C99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40389-CBD9-12D3-0D28-AC4D20124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5B42E-61E6-0BAD-C5AC-6C9CF7DC3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010"/>
            <a:ext cx="12192000" cy="578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14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B85A-AC00-8521-96C0-0E939CFA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DD8D7D-A8E8-D87A-9928-4B95646A0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67159"/>
            <a:ext cx="12191999" cy="556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37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A3E6-0F4F-6CEC-209B-10E15951D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E3443-CA50-9AC2-5D49-A96DE7B1F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 descr="A sign with white text&#10;&#10;AI-generated content may be incorrect.">
            <a:extLst>
              <a:ext uri="{FF2B5EF4-FFF2-40B4-BE49-F238E27FC236}">
                <a16:creationId xmlns:a16="http://schemas.microsoft.com/office/drawing/2014/main" id="{D6929801-B5E1-6414-EC08-8E4ACF8A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12192000" cy="54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9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FBA1-0673-ABA5-5E85-FCDD6EA0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90B54-5688-9F9B-D6A9-1303FB372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F8146A1-F550-084B-F1AC-51241EDA0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81036"/>
            <a:ext cx="12192001" cy="549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4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5F69-AF69-EA35-0BAE-13D6E528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3B95F-3D71-99C3-17E4-620A30559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 descr="A green text on a black background&#10;&#10;AI-generated content may be incorrect.">
            <a:extLst>
              <a:ext uri="{FF2B5EF4-FFF2-40B4-BE49-F238E27FC236}">
                <a16:creationId xmlns:a16="http://schemas.microsoft.com/office/drawing/2014/main" id="{AE896375-0D1F-1E44-C986-02050B297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12191999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3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4213-2711-6BEF-72F5-40F7C869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D6BA1-D9EA-FE59-8593-2B7EEB0F0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50831-1DB4-F5E1-1010-FD9729A7B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12192000" cy="54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7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3B3C8-10A1-C041-12D2-F104A6529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D905C-27F8-FB8D-F587-4E83ABDAF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5A562-4B83-A453-49DB-44D29D7A9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12192000" cy="54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944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0FEE-B703-C7B5-6FEB-F0712D57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49967-7A34-8E64-1534-EBC7E280E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6C68F-3226-ABD9-A9A3-8B69139CC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12191999" cy="54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8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Jefferson Rosales</dc:creator>
  <cp:lastModifiedBy>Jefferson Rosales</cp:lastModifiedBy>
  <cp:revision>1</cp:revision>
  <dcterms:created xsi:type="dcterms:W3CDTF">2025-12-25T17:55:21Z</dcterms:created>
  <dcterms:modified xsi:type="dcterms:W3CDTF">2025-12-25T19:04:15Z</dcterms:modified>
</cp:coreProperties>
</file>